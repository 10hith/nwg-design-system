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Amazon ECR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9900"/>
                </a:solidFill>
              </a:rPr>
              <a:t>Elastic Container Registry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0" y="3017520"/>
            <a:ext cx="45720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5F5"/>
                </a:solidFill>
              </a:rPr>
              <a:t>Fully managed container registry for AWS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2F3E"/>
                </a:solidFill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" cy="365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</a:rPr>
              <a:t>Write 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Develop and build containerized applications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2834640"/>
            <a:ext cx="73152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0" y="1554480"/>
            <a:ext cx="2560320" cy="2560320"/>
          </a:xfrm>
          <a:prstGeom prst="rect">
            <a:avLst/>
          </a:prstGeom>
          <a:solidFill>
            <a:srgbClr val="FF9900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Amazon ECR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Secure, scalable container registry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2834640"/>
            <a:ext cx="73152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0" y="1554480"/>
            <a:ext cx="11887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1737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Deploy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2286000"/>
            <a:ext cx="82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To ECS, EKS, Lambda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2F3E"/>
                </a:solidFill>
              </a:rPr>
              <a:t>Key Benefits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" cy="365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2560320" cy="22860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905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9900"/>
                </a:solidFill>
              </a:rPr>
              <a:t>✓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Fully Managed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No need to operate or scale infrastructure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22860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905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9900"/>
                </a:solidFill>
              </a:rPr>
              <a:t>✓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Secure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HTTPS transfer and automatic encryption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60320" cy="22860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905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9900"/>
                </a:solidFill>
              </a:rPr>
              <a:t>✓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94944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Highly Available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1488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Scalable and redundant architecture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3840480" cy="10972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905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206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F3E"/>
                </a:solidFill>
              </a:rPr>
              <a:t>✓ Simplified Workflow  •  Integrates with ECS, EKS, Lambda, Docker CLI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4023360"/>
            <a:ext cx="3840480" cy="10972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9050" dir="162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4206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F3E"/>
                </a:solidFill>
              </a:rPr>
              <a:t>✓ Public Collaboration  •  ECR Public for worldwide sharing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2F3E"/>
                </a:solidFill>
              </a:rPr>
              <a:t>Related AWS Services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" cy="365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2468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</a:rPr>
              <a:t>ECS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Container deployment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554480"/>
            <a:ext cx="2468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</a:rPr>
              <a:t>EKS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2194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Kubernetes on AWS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468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</a:rPr>
              <a:t>Lambda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0760" y="2194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Serverless compute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2468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</a:rPr>
              <a:t>CodeBuild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4114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Build &amp; test 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474720"/>
            <a:ext cx="2468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</a:rPr>
              <a:t>CodePipeline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4114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CI/CD automation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3474720"/>
            <a:ext cx="2468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</a:rPr>
              <a:t>Fargate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80760" y="4114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Serverless containers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2F3E"/>
                </a:solidFill>
              </a:rPr>
              <a:t>Pricing - Europe (London)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" cy="365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</a:rPr>
              <a:t>Storage Pricing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3840480" cy="146304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097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Storage Class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Price per GB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ECR Standard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All storage/month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$0.10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ECR Archive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First 150 TB/month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$0.10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ECR Archive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Over 150 TB/month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$0.07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ECR Archive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Retrieval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$0.03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</a:rPr>
              <a:t>Data Transfer OUT Pricing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965960"/>
          <a:ext cx="3931920" cy="146304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 Volume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Price per GB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Next 9.999 TB/month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$0.09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Next 40 TB/month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$0.085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Next 100 TB/month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$0.07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Over 150 TB/month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$0.05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Data Transfer IN: Free • Minimum Archive Duration: 90 days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900"/>
                </a:solidFill>
              </a:rPr>
              <a:t>Amazon ECR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Secure, Scalable Container Registry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0" y="2926080"/>
            <a:ext cx="45720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Fully managed  •  Secure  •  Highly available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Simplified workflows  •  Public collaboration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ECR - Elastic Container Registry</dc:title>
  <dc:subject>PptxGenJS Presentation</dc:subject>
  <dc:creator>AWS Presenter</dc:creator>
  <cp:lastModifiedBy>AWS Presenter</cp:lastModifiedBy>
  <cp:revision>1</cp:revision>
  <dcterms:created xsi:type="dcterms:W3CDTF">2026-05-05T09:42:11Z</dcterms:created>
  <dcterms:modified xsi:type="dcterms:W3CDTF">2026-05-05T09:42:11Z</dcterms:modified>
</cp:coreProperties>
</file>